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Freeform 28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544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242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214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175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97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340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703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849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942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803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65634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1039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804835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619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3610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335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639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Electric Vehicle Analysis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In-depth analysis of EV adoption trends, market leaders, and strategic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EV data to understand adoption trends, regional distribution, top manufacturers, and customer preferences to support data-driven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 registrations data</a:t>
            </a:r>
          </a:p>
          <a:p>
            <a:r>
              <a:t>Attributes: Model Year, State, Make, Model, EV Type, CAFV Eligibility, Electric Range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Vehicles: 150.42K</a:t>
            </a:r>
          </a:p>
          <a:p>
            <a:r>
              <a:t>Average Electric Range: 67.83 miles</a:t>
            </a:r>
          </a:p>
          <a:p>
            <a:r>
              <a:t>BEV Share: 78%</a:t>
            </a:r>
          </a:p>
          <a:p>
            <a:r>
              <a:t>PHEV Share: 22%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 Type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Battery Electric Vehicles dominate the market</a:t>
            </a:r>
          </a:p>
          <a:p>
            <a:r>
              <a:t>Indicates strong shift towards fully electric mobility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Year-wise Adoption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Gradual growth in early years</a:t>
            </a:r>
          </a:p>
          <a:p>
            <a:r>
              <a:t>Rapid acceleration after 2018</a:t>
            </a:r>
          </a:p>
          <a:p>
            <a:r>
              <a:t>Peak adoption around 2022–2023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Year Observation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Drop in latest year likely due to partial/incomplete data</a:t>
            </a:r>
          </a:p>
          <a:p>
            <a:r>
              <a:t>Does not indicate actual decline in demand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State-wise EV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Higher adoption in coastal and urban states</a:t>
            </a:r>
          </a:p>
          <a:p>
            <a:r>
              <a:t>Driven by charging infrastructure and EV-friendly policies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States with lower adoption represent growth opportunities</a:t>
            </a:r>
          </a:p>
          <a:p>
            <a:r>
              <a:t>Targeted incentives can boost penetration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Manufacturers by Volume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Tesla leads with significant margin</a:t>
            </a:r>
          </a:p>
          <a:p>
            <a:r>
              <a:t>Nissan and Chevrolet follow</a:t>
            </a:r>
          </a:p>
          <a:p>
            <a:r>
              <a:t>Traditional automakers expanding EV portfolios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Manufacturer Market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Tesla’s ecosystem and range advantage drive dominance</a:t>
            </a:r>
          </a:p>
          <a:p>
            <a:r>
              <a:t>Competition increasing gradually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Models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Tesla Model Y and Model 3 are most preferred</a:t>
            </a:r>
          </a:p>
          <a:p>
            <a:r>
              <a:t>Indicates consumer trust in brand and performance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CAFV Eligibility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46% vehicles eligible for clean fuel benefits</a:t>
            </a:r>
          </a:p>
          <a:p>
            <a:r>
              <a:t>42% not eligible</a:t>
            </a:r>
          </a:p>
          <a:p>
            <a:r>
              <a:t>12% eligibility unknown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CAFV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Eligibility improves affordability through incentives</a:t>
            </a:r>
          </a:p>
          <a:p>
            <a:r>
              <a:t>Data gaps may limit benefit utilization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Electric Range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Average range ~68 miles</a:t>
            </a:r>
          </a:p>
          <a:p>
            <a:r>
              <a:t>Range anxiety still a factor for adoption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Demand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Higher demand for BEVs with better range</a:t>
            </a:r>
          </a:p>
          <a:p>
            <a:r>
              <a:t>Urban usage dominates EV adoption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 strongly favors BEVs</a:t>
            </a:r>
          </a:p>
          <a:p>
            <a:r>
              <a:t>Adoption influenced by policy and infrastructure</a:t>
            </a:r>
          </a:p>
          <a:p>
            <a:r>
              <a:t>Brand leadership matters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Expand charging infrastructure in low-adoption states</a:t>
            </a:r>
          </a:p>
          <a:p>
            <a:r>
              <a:t>Focus on BEV innovation</a:t>
            </a:r>
          </a:p>
          <a:p>
            <a:r>
              <a:t>Improve CAFV data accuracy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Include charging station data</a:t>
            </a:r>
          </a:p>
          <a:p>
            <a:r>
              <a:t>Predictive adoption modeling</a:t>
            </a:r>
          </a:p>
          <a:p>
            <a:r>
              <a:t>Customer segmentation analysis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 market growing rapidly</a:t>
            </a:r>
          </a:p>
          <a:p>
            <a:r>
              <a:t>Strong opportunities through data-driven planning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</TotalTime>
  <Words>337</Words>
  <Application>Microsoft Office PowerPoint</Application>
  <PresentationFormat>On-screen Show (4:3)</PresentationFormat>
  <Paragraphs>66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Trebuchet MS</vt:lpstr>
      <vt:lpstr>Wingdings 3</vt:lpstr>
      <vt:lpstr>Facet</vt:lpstr>
      <vt:lpstr>Electric Vehicle Analysis Dashboard</vt:lpstr>
      <vt:lpstr>Project Objective</vt:lpstr>
      <vt:lpstr>Dataset Overview</vt:lpstr>
      <vt:lpstr>Key KPIs</vt:lpstr>
      <vt:lpstr>EV Type Distribution</vt:lpstr>
      <vt:lpstr>Year-wise Adoption Trend</vt:lpstr>
      <vt:lpstr>Recent Year Observation</vt:lpstr>
      <vt:lpstr>State-wise EV Distribution</vt:lpstr>
      <vt:lpstr>Regional Insight</vt:lpstr>
      <vt:lpstr>Top Manufacturers by Volume</vt:lpstr>
      <vt:lpstr>Manufacturer Market Insight</vt:lpstr>
      <vt:lpstr>Top Models Analysis</vt:lpstr>
      <vt:lpstr>CAFV Eligibility Analysis</vt:lpstr>
      <vt:lpstr>CAFV Business Impact</vt:lpstr>
      <vt:lpstr>Electric Range Insight</vt:lpstr>
      <vt:lpstr>Customer Demand Pattern</vt:lpstr>
      <vt:lpstr>Key Business Insights</vt:lpstr>
      <vt:lpstr>Strategic Recommendations</vt:lpstr>
      <vt:lpstr>Future Scope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 Vehicle Analysis Dashboard</dc:title>
  <dc:subject/>
  <dc:creator/>
  <cp:keywords/>
  <dc:description>generated using python-pptx</dc:description>
  <cp:lastModifiedBy>kiran022639@gmail.com</cp:lastModifiedBy>
  <cp:revision>2</cp:revision>
  <dcterms:created xsi:type="dcterms:W3CDTF">2013-01-27T09:14:16Z</dcterms:created>
  <dcterms:modified xsi:type="dcterms:W3CDTF">2026-01-16T07:42:38Z</dcterms:modified>
  <cp:category/>
</cp:coreProperties>
</file>